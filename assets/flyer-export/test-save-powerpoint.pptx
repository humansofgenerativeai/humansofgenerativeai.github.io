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8"/>
  </p:normalViewPr>
  <p:slideViewPr>
    <p:cSldViewPr snapToGrid="0">
      <p:cViewPr varScale="1">
        <p:scale>
          <a:sx n="113" d="100"/>
          <a:sy n="113" d="100"/>
        </p:scale>
        <p:origin x="7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3D32A-D95E-10E6-ABB1-1597483F82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E9B979-7EEF-0233-F39A-6E9927F1AB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E2ABA-5773-9823-C0FA-42F90DFBA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1706C-1C9A-4D4D-8258-1E1DAC0DC79B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57767-3861-2067-5544-BBC91B3D6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F7ADA-4A03-A204-86FC-B9F02C22B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4B815-C18C-6F4A-80EE-D75E42D9B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001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E59E1-999B-8301-D909-73F48149A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D43E0-85FD-873D-E174-15217DCDE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FE0BB-8DE1-167E-8F1A-1416AD1DC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1706C-1C9A-4D4D-8258-1E1DAC0DC79B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1576A-22B2-A519-8658-711F3FB90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56CC6-A5CF-88C9-515C-7D30FB4FE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4B815-C18C-6F4A-80EE-D75E42D9B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791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33158-3B63-A8AB-AA7B-837391768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FE63EE-DA56-C144-3E55-FC8DA7D9C5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D7541-37A7-E0C4-9901-C31F838B5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1706C-1C9A-4D4D-8258-1E1DAC0DC79B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B50BAE-73D1-DFC4-FB04-9129F5416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F8F5D-5D82-81DD-B798-41B9CD733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4B815-C18C-6F4A-80EE-D75E42D9B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30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28B2E-A399-74EC-8FF8-C528BCEB0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DD07D-35A5-861B-1E83-6DD4BBE5F8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05664D-548A-32D9-6A40-9EDA2BF9F5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8B3F2E-A531-46F4-4E9D-DEF7BEB54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1706C-1C9A-4D4D-8258-1E1DAC0DC79B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D6B967-7B5E-D2DE-F618-995D18C15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BE66E9-54C4-AAB8-2F95-650D6408D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4B815-C18C-6F4A-80EE-D75E42D9B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023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77E0C-AC2C-738F-C8CB-225CFA471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C6B186-D406-9756-33F8-F4D3FB2A9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999268-8527-2414-6CCD-F86CA3273D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1A1157-FADB-EDC4-60F3-AB982D0A6E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F8C46E-2829-426F-EFDE-4EAF50E16D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19BAE6-CB09-0A8B-2718-6E59EEA5A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1706C-1C9A-4D4D-8258-1E1DAC0DC79B}" type="datetimeFigureOut">
              <a:rPr lang="en-US" smtClean="0"/>
              <a:t>3/10/26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45A2CD-11D3-DB70-CEAE-4AAA54BD8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3D9710-E938-FF2C-7434-3B624ACD8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4B815-C18C-6F4A-80EE-D75E42D9B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43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D68DD-560D-83ED-76D0-FA098D829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81B1E1-1306-5207-46E9-E2F06A238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1706C-1C9A-4D4D-8258-1E1DAC0DC79B}" type="datetimeFigureOut">
              <a:rPr lang="en-US" smtClean="0"/>
              <a:t>3/10/26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D4C5E1-73B9-5AD7-787C-0248F9570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8F3665-78FA-79B9-68DB-31972BCCF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4B815-C18C-6F4A-80EE-D75E42D9B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293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C9735F-6854-5513-21FA-52E96D950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1706C-1C9A-4D4D-8258-1E1DAC0DC79B}" type="datetimeFigureOut">
              <a:rPr lang="en-US" smtClean="0"/>
              <a:t>3/10/26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251FB6-09DC-A68E-A7CB-ECC56FF1D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21A4ED-E4EA-63E2-FF97-D9B89D420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4B815-C18C-6F4A-80EE-D75E42D9B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960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A44D7-5720-760D-68EA-ED6E4FB7D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0A811-3373-6176-6032-FEA7D83F9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E12884-2315-51C7-1548-09C5575564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BDD2C1-0A44-161A-842B-DC55A3640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1706C-1C9A-4D4D-8258-1E1DAC0DC79B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BE218C-AB6C-F2BF-7C06-B97144569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D19357-6655-9302-99FB-9C18F531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4B815-C18C-6F4A-80EE-D75E42D9B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703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6D22E-F6CB-F2D3-06FF-6DC7D1C99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414012-0AA1-6C1D-FCF9-A00BAC9A0A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8B985A-EAF6-E1E2-CB52-C80101B28B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C41D00-27E0-23B1-0C55-C8E5E1F83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1706C-1C9A-4D4D-8258-1E1DAC0DC79B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69AB89-07BB-0E48-9E9A-D48ACB76B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3F8FA0-0563-3DC1-22AC-BD3F05270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4B815-C18C-6F4A-80EE-D75E42D9B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040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1EA72-9C63-9A70-EFA9-D29C97405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C5FBF7-A9D0-DDAD-1506-15CA83A64A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9ECA9-9880-5FEB-90E9-6DAAE3F9C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1706C-1C9A-4D4D-8258-1E1DAC0DC79B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F6AD31-EB33-5957-EDFB-43D0DE5EC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EDD8E-B999-0E4A-B8E7-5925A716A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4B815-C18C-6F4A-80EE-D75E42D9B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953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162876-B4E4-8EA5-81B2-5350366604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D5289E-E1E5-0049-2C9C-F47CC53358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020C1-CA91-DD2F-141A-FF20462C3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1706C-1C9A-4D4D-8258-1E1DAC0DC79B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4645A-EC56-BD88-51AD-AD23B351C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84D03-D018-F452-DB58-D67F79612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4B815-C18C-6F4A-80EE-D75E42D9B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512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E4E703-85AA-46E8-0C86-B79481D11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B87A1C-A55A-63C3-CD45-8A96304E4A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7989E-F8C5-D93D-38F9-1F27E513A5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61706C-1C9A-4D4D-8258-1E1DAC0DC79B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3FB2D-6712-FD08-1375-FE8D80D795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71592-B6E6-BE82-444E-8994428855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64B815-C18C-6F4A-80EE-D75E42D9B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777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Aptos</vt:lpstr>
      <vt:lpstr>Aptos Display</vt:lpstr>
      <vt:lpstr>Arial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Jaron Mink</dc:creator>
  <cp:lastModifiedBy>Jaron Mink</cp:lastModifiedBy>
  <cp:revision>1</cp:revision>
  <dcterms:created xsi:type="dcterms:W3CDTF">2026-03-10T16:14:32Z</dcterms:created>
  <dcterms:modified xsi:type="dcterms:W3CDTF">2026-03-10T16:14:33Z</dcterms:modified>
</cp:coreProperties>
</file>