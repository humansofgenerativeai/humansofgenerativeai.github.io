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13" d="100"/>
          <a:sy n="113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4139A-C882-1EFC-375D-1AC8EA39F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0A51A-8A59-2D0C-91AD-0867F0FC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7284D-E063-F018-41AB-B34CE3E5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F205B-AE5C-E3DA-CECF-84390E1E7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C70F8-930B-FF21-5D03-FF33902B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9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04E4A-0C47-8970-F38F-22D1DAE7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221A8-5FA0-E065-19BB-ED80EB382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2F3B9-0152-216A-4DBC-B6D7584B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A970-A4E6-1083-8DAD-A423D185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F2718-37C6-1688-14F2-508D2C5B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59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F652-42BD-DC70-81B7-67CAB6A01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ED75B-9BCB-6EEE-8DD0-5CB017F28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DDBE6-1F42-60F8-C9E1-AF58F7B7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7482-53CA-7ECD-E581-E5364EF0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35B12-8FE4-75B1-0B7D-E8E42731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4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7EAF-56EB-28B3-27CD-D4FFEDE7E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F7DE-CE54-DC80-C48A-B657FAB2E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9226A-B0E2-3E09-B114-5C5B1D477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28D86-0A46-8BF7-005B-69B0093B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11C53-7240-D80D-DDC9-8999091F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B49CE-9001-07A1-550C-DE7B8C309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66CAB-4E7E-6279-CFD5-94CF8B5B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CC6CA-BF54-154B-2F18-E953A50D5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CE4F0-E162-887E-52B5-9CDEB907F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17A9AD-D01D-EA3E-7EF0-EE4F6F15F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C9EC2-DDF5-8834-76A6-F32BDDAA8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145A-0778-E444-BB06-57731156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54DC3-8A92-51CC-8BCD-CDF70927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C05BC-F259-0624-8093-F858C9D2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4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6056-6BE8-E271-6E33-EAC8D605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1103D-3F64-556F-2AB1-DD0F5C46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8A94A-B370-DBD3-ED8C-577A2199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4A7E8-3A48-A20B-4D5A-21F9ECD9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48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CB06E-6140-ABAC-64BD-5C2A531A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7754F5-C9B9-27F1-D210-175C0D1D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65836-B28F-8ABC-1D50-6233B1E6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22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BBCD-980D-E58B-3488-FE7B3556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576CC-E3D0-88C7-BBC6-D985BE823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0F65A-D38D-6DF3-0BFB-5DB5C082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DC7E4-6DF3-EF2E-A656-A12E4FB5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85A1F-4E0F-259A-E6D1-20094C09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37042-AF15-A266-0D85-835474C4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2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3264-90D6-E5EF-3962-37CF5FC7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02AE2-25EF-38DE-74D8-C5783BE3D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34668-3675-170C-0FC8-6E22A6748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D7D3F-0F64-C5F4-D5CD-936519F0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BFC9C-61FF-7050-7482-8AEF9918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4BC46-63A6-89E5-8D92-65AA4840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8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7639-9FF7-3C18-9F91-1E3A6E441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2E83E-FA20-992C-4D11-73C673A1E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6558C-771E-3321-0025-381BEBFE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3FC4D-058F-0032-9D22-8BB09B4F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BA6A-7263-3E5B-E764-A285629E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4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1DB1B-A2DF-E464-265F-4AF7C5E27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C1EDB-8F39-2E43-8713-5E48E435B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46105-66A1-B073-C9D7-2609232F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8ED71-6EAC-2AE2-DCD1-659D94A0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C46E7-CDEC-FCF6-B49C-02C122E0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0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DE088A-22A6-A22F-1A50-637C205F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F2C4A-8AFF-9D45-74DF-EFE4F50FD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1C94-94E0-2CE1-3287-1E1998298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D5724-D02B-264B-B029-31D4E07D545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2969A-E234-0532-5CEF-0E6344FDD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64EF9-C200-9F23-2D92-CC8E24FE2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0D13B-6E47-B640-A59F-E055ACA0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6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382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Jaron Mink</dc:creator>
  <cp:lastModifiedBy>Jaron Mink</cp:lastModifiedBy>
  <cp:revision>1</cp:revision>
  <dcterms:created xsi:type="dcterms:W3CDTF">2026-03-10T16:11:17Z</dcterms:created>
  <dcterms:modified xsi:type="dcterms:W3CDTF">2026-03-10T16:11:23Z</dcterms:modified>
</cp:coreProperties>
</file>